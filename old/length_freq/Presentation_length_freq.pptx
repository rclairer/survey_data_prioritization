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9B68-5020-C81D-A2C5-518C433B6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43A1A2-00B8-4E7F-12D2-B48C7B22D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B846A-6AD1-85A2-092C-6ED270F29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5021E-558D-4E19-8BB4-4865F44BC1F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D86B8-9440-78C0-0364-40C3C95DC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1AB64-C21F-B9B2-BA5C-33244017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A726-2DE1-4AE7-9C35-D47120A4F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15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F55EA-57C0-8C3E-02F8-18FFBEF6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68A8E-5919-4E95-BA77-77E194848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082ED-6B8F-489B-413F-F6EE3F403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5021E-558D-4E19-8BB4-4865F44BC1F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EDE2F-FAB7-3543-3B49-021BC7D45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563D5-D95A-4BCE-ACE7-C714A202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A726-2DE1-4AE7-9C35-D47120A4F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8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A7840-D013-C50B-DB28-A4C09C7F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DD080-A8B5-8601-C650-F2101609D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B03E6-D29A-DF23-C6BF-7025745B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5021E-558D-4E19-8BB4-4865F44BC1F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EED7E-C492-2914-5934-FCDC12226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75F56-28CA-E0A1-A318-5F79E5BB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A726-2DE1-4AE7-9C35-D47120A4F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51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747C3-591E-7A66-4333-129CB360C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32ED3-75EC-70B8-A52D-474EAFB3D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857C1-A3EE-9221-F5DD-1911264DF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2E57C-B950-1576-7553-BB002D62B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5021E-558D-4E19-8BB4-4865F44BC1F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A9E2C-EAF0-8EB9-4150-AFB25BBF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3F762-DE26-51C0-DFE7-C8D888AAB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A726-2DE1-4AE7-9C35-D47120A4F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6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D478-76A2-8ED2-2321-8C0DAF9A2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DF7C3-0FDC-98EC-74B3-BCF56D0D8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2CCCA-2ABC-3E90-E8B1-F4CC5754B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E38A34-0C0C-47B0-BD94-A809F660C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AFA0E7-45F3-455E-8BC9-7C809FF3D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477F4A-4187-EC80-B4FF-F2371D18E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5021E-558D-4E19-8BB4-4865F44BC1F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AC642C-3735-F1C6-0F3A-5CACFD878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032A9B-4063-5451-28F4-BD76BA35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A726-2DE1-4AE7-9C35-D47120A4F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98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6D4C-EE64-8C6F-02A5-515850CD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CB8938-8FB8-7428-FE3F-4FCD5B7C5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5021E-558D-4E19-8BB4-4865F44BC1F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87013-84D3-D24C-E193-36A5B1F30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96F03-1543-D885-FBA1-2ED53A48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A726-2DE1-4AE7-9C35-D47120A4F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A5E735-FA3C-6993-C08D-C8B1CE7F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5021E-558D-4E19-8BB4-4865F44BC1F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F6200D-6244-97EA-0E63-6DEA6314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263EF-A8F5-90A3-08C1-A2CAC34D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A726-2DE1-4AE7-9C35-D47120A4F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6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1A4B1-D8CE-740D-4351-31A8316E4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60FBC-9FE5-7306-9DCE-068C31D5B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621FA-D548-F155-10F2-E8DE53F4D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B54A4-83AB-D52D-1869-77C7A1F1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5021E-558D-4E19-8BB4-4865F44BC1F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CEFA8-AA27-275A-E13E-B3E53F22A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EAAA5-9839-C264-9BBE-4A4B20866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A726-2DE1-4AE7-9C35-D47120A4F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5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42C5-3A7D-F662-CAC8-6B976A05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B3437E-065E-DD90-A5CE-A0BBF2B08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EB5C7-72B4-037E-41FC-5BC889F15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63658-DFD1-22FC-E01A-BDE9277E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5021E-558D-4E19-8BB4-4865F44BC1F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1DC52-2EA0-CBFC-2486-9F773FA1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36838-F6CB-582B-8C1B-EA2E97DD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A726-2DE1-4AE7-9C35-D47120A4F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52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C5EE-6BE7-EF35-216A-4FD16904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719BB-B325-7DB2-0BCE-2C45821B7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1A0FF-2E90-DA2A-C41C-789BACFEC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5021E-558D-4E19-8BB4-4865F44BC1F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CCC02-E8DF-A192-FAC7-9A0C1C62E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408E1-A617-62BE-A86F-738F7CA8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A726-2DE1-4AE7-9C35-D47120A4F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23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1752E1-6A03-9B4E-A1F1-79FA3AA9F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590CF-004F-0FEB-881B-84786628F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4E41B-26A9-72A9-DAA4-AB0ADA15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5021E-558D-4E19-8BB4-4865F44BC1F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85686-9425-CAED-3A37-E5DEB59C2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E0C5C-4D76-45D5-415F-874CA046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A726-2DE1-4AE7-9C35-D47120A4F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4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DDCA48-9F1C-6006-0383-19D36F0B2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C97CC-1972-F725-C7EC-2CCAD7091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07178-E9B5-0E3A-5C36-83698058A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05021E-558D-4E19-8BB4-4865F44BC1F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5708A-05AA-9DC8-8E1E-C7C87B041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6EEAF-9605-A412-FCF7-773C36D62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FA726-2DE1-4AE7-9C35-D47120A4F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6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93788F-F7F2-2698-DA50-D06F9354D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633412"/>
            <a:ext cx="9382125" cy="559117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18D8011-438D-B5CB-E8E4-999CB86C45E7}"/>
              </a:ext>
            </a:extLst>
          </p:cNvPr>
          <p:cNvSpPr/>
          <p:nvPr/>
        </p:nvSpPr>
        <p:spPr>
          <a:xfrm>
            <a:off x="4695418" y="1485501"/>
            <a:ext cx="1750262" cy="17064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43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F933DB-32E1-FB72-18F2-1D93A889F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633412"/>
            <a:ext cx="9382125" cy="55911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2335657-ED39-43BF-A8D1-6B21F415B27B}"/>
              </a:ext>
            </a:extLst>
          </p:cNvPr>
          <p:cNvSpPr/>
          <p:nvPr/>
        </p:nvSpPr>
        <p:spPr>
          <a:xfrm>
            <a:off x="3929719" y="1143299"/>
            <a:ext cx="1848391" cy="20542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71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01081B-5945-2088-E83C-5F33D7D89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633412"/>
            <a:ext cx="9382125" cy="559117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1577249-A746-AA85-E116-AF8103BE67AB}"/>
              </a:ext>
            </a:extLst>
          </p:cNvPr>
          <p:cNvSpPr/>
          <p:nvPr/>
        </p:nvSpPr>
        <p:spPr>
          <a:xfrm>
            <a:off x="3234059" y="3225645"/>
            <a:ext cx="959278" cy="5946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57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Claire Rosemond</dc:creator>
  <cp:lastModifiedBy>Claire Rosemond</cp:lastModifiedBy>
  <cp:revision>1</cp:revision>
  <dcterms:created xsi:type="dcterms:W3CDTF">2025-05-01T05:52:55Z</dcterms:created>
  <dcterms:modified xsi:type="dcterms:W3CDTF">2025-05-01T06:22:55Z</dcterms:modified>
</cp:coreProperties>
</file>